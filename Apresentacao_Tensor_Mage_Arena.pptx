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DFC13-506D-491F-BE5B-5F970E87DA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C8B4A9-8A4B-42FD-B4E2-2A59E7A1FB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8ADB822-026B-4DA9-A130-695F09E574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5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B26FBAA-7F58-4D6F-AD2A-15B4052180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18752D9-CB2A-485F-904F-39AC2A5A1E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5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19952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5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3889C21-95F6-4F97-B451-4D52DFC579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B571E70-1D61-433F-8A21-C12871CE28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726D78D-871D-4EBC-8045-78B0C4462B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9B63931-111E-49CA-8D2D-FC5C880E25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E9C3C53-DB19-4650-801C-84A89C1B7D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135CE0F-AC7D-442B-A0A3-FED5E19060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32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BA6D44-5F04-4B92-811B-D4714A586F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276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84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6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8ACA7F-B113-42BA-9F93-BD9883EABD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56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56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D1ABC9-C4A6-43CA-9FF7-73259FCFEB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017801-9FB4-47EB-9AE8-668206145A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1800" y="330480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1800" y="2179440"/>
            <a:ext cx="7772040" cy="112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E24AD2-C502-467B-9B0A-9B72704536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199520"/>
            <a:ext cx="403812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7600" y="1199520"/>
            <a:ext cx="403812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ADF5DB-75A9-4FBF-A7BB-87DE3AB595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630440"/>
            <a:ext cx="4039920" cy="296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436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4360" y="1630440"/>
            <a:ext cx="4041360" cy="296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2F6190-1E68-429D-B33F-C3308C1005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61D309-C5CF-418A-AA14-980859A81B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20276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84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6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05461C-36EB-4E0C-9C70-175268D6E6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20276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84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6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412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4800" y="204120"/>
            <a:ext cx="5111280" cy="43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075680"/>
            <a:ext cx="3007800" cy="351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04075E-2CB7-4E33-B14D-C3D48BC982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1720" y="360000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1720" y="45900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0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84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6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0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1720" y="402516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336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236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4484E6-466D-4060-B603-C90B6AC157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159732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Tensor Mage Arena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371600" y="291420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Aprendizado por Reforço e Redes Neurais no Jogo-MAGO-RL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que é o Projeto?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Ambiente de Aprendizado por Reforço (RL)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para treinar um agente.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Agente (Mago) aprende através de Self-Play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contínuo.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Objetivo: Ensinar heurísticas avançadas de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combate (ex: esquivar, perseguir).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Construído em JAX e Flax para processamento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paralelo ultra-rápido.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que são Redes Neurais?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Modelos computacionais inspirados no cérebro biológico.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Compostas por camadas de neurônios artificiais interconectados.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Aprendem padrões em dados ajustando os pesos das conexões (treinamento).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Permitem que a máquina 'veja' e tome decisões baseadas em complexidade matemática.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Redes Neurais no Tensor Mage Arena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Backbone Convolucional (CNN / ResNet): Processa a visão do jogo (mapa, inimigos).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Conexões Residuais previnem perda de informação em redes profundas.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Memória Episódica (Self-Attention / Transformers): Processa 8 frames no tempo.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Em vez de LSTMs, o Transformer cruza passado e presente de imediato para prever física (tiros).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Como o Agente Aprende? (Reinforcement Learning)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Reward Shaping: O agente ganha pontos ao acertar e perde ao errar.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Recompensas densas por frame, não apenas ao vencer/perder a partida.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Punição de Tempo: Incentiva o agente a vencer rápido.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Punição de Campismo: Ficar parado é punido para forçar a exploração.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Punição de Ameaça: Ficar na reta de um tiro penaliza severamente (ensina o Dodging).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 Engine de Simulação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Desenvolvida puramente com matrizes (Numpy/JAX) sem interfaces gráficas pesadas (Headless).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Observação Espacial: Matriz que mistura paredes, jogadores e projéteis ativos.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Observação Escalar: Sensores de HP, Cooldowns e direção sugerida.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Ações Multimodais: Anda em 4 direções e mira num espaço 360 graus.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Progressão Suave (Curriculum Learning)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O aprendizado não tem fases fixas, possui uma dificuldade escalar que aumenta aos poucos.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 saúde, dano e velocidade inimiga sofrem 'Interpolação Linear' com a evolução do treino.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O Inimigo usa o Algoritmo A* com mapa de ameaças, fugindo dos tiros do agente.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O agente treina contra versões passadas de si mesmo (Self-Play Assíncrono).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Algoritmo: PPO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Mesmo algoritmo base por trás do ChatGPT da OpenAI.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Arquitetura Actor-Critic: O Actor decide as ações, o Critic julga quão bom o estado é.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Função de Custo Clipada: Impede que a rede sofra atualizações bruscas que a façam 'esquecer' o que aprendeu.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Estruturas Obrigatórias na GameEngine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28960" y="1177560"/>
            <a:ext cx="8229240" cy="339444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 txBox="1"/>
          <p:nvPr/>
        </p:nvSpPr>
        <p:spPr>
          <a:xfrm>
            <a:off x="685800" y="1600200"/>
            <a:ext cx="4883760" cy="20736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while running and tick_atual &lt; max_ticks: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# Atualiza a física e renderiza a tela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event in pygame.event.get():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# Captura fechamento de janela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projetil in lista_projeteis: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# Atualiza o (x, y) da bala na matriz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Estruturas Obrigatórias na GameEngine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228960" y="1177560"/>
            <a:ext cx="8229240" cy="339444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 txBox="1"/>
          <p:nvPr/>
        </p:nvSpPr>
        <p:spPr>
          <a:xfrm>
            <a:off x="685800" y="1600200"/>
            <a:ext cx="4827240" cy="26402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colisao_com_inimigo: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aplicar_dano()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elif coletou_drop: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aumentar_recompensa()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atualizar_posicao_normal()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player_x = random.randint(0, limite_grid)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enemy_y = random.randint(0, limite_grid)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56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Conclusão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19952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Tensor Mage Arena é um laboratório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complexo de IA.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Uso avançado de Transformers e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processamento matricial massivo (JAX).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Táticas avançadas emergem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naturalmente das leis da física e da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pontuação imposta no treinamento.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2026-06-23T14:12:14Z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